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CA79-06B0-8872-3001-EDCC0ED2F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C4D01-C952-D633-B62A-AB4B67B38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5396-492F-5E32-E280-99188129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FEC6-9A01-0074-2B59-FFFCDA66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E18B0-F6B1-48D1-D7CF-E12383CF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5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6E92B-092D-A48A-6FE9-81569A9B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D7507-AEDE-6B6D-D227-8682C574E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9868E-AFEA-708B-524F-30E6ECD8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49EC7-31A2-F067-8686-898CA424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3158-710C-EAB2-C525-3C4EF57CD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0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144D-C7F2-77FA-9061-7D609C39F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29FC9-9E24-A95D-D26E-145BEA059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221AF-C2B3-C9B3-99C2-051E113F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24B91-6775-1A66-B6C1-D3591C05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95030-147F-9A35-1D19-C2D827090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3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F59C-5235-0D69-293B-9BD73836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61F7C-0FE3-0432-17C8-3D565FE7AD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A3B23-8C53-2A4B-EF1F-5CD652A3B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53184-19BE-D936-C566-148EB05C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6D868-BFF4-D842-9931-3B82B39F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73AF2-DF87-1D14-CF70-2F3501BF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98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9DE0-9A1A-31F8-B322-6F977044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6CCF6-107F-36DD-419D-B19557073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B7E68-FD72-2986-BDD1-C7B9A5A65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A816F-B419-1276-EECE-AD18ADD93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78BC20-A254-1941-0D0D-0E025C751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E2C1DA-45C8-CB03-98FE-4FBEB433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A0E62-3798-7987-1819-4617DB4E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82D136-C97B-1361-7114-9EE831F9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06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CD88D-1B7B-9885-FFCD-163220E9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DE21F-6478-56E1-5AD9-79AC4BEF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2090D-0B05-F52F-300B-F70296A9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2A6DE-3259-B880-3D02-67551B49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5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AA7548-D889-CCAC-5639-FB0157C7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C79403-A180-A953-07FF-76861FC8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44573-91AE-F99E-C303-C31946CB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4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9413-C91A-0867-9A30-4D9D4BA96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FD196-9F9D-5845-BB0B-8AACDD7E0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85BD25-1665-2587-0402-32EFB4615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AC7E5-86B1-DAD0-404F-5AC41A34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8C226-0A36-CB96-161A-FC5D9372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E1660-341D-04BD-E7F9-FACA0DA0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3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E438-4944-CE32-CB9F-C8B59B50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CC6BE-05C8-4B34-D1DF-BD3F274B9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C363A-0AA1-4917-A669-117A16753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DBE03-A47D-D4C6-D6CA-C78815B21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87253-D9E7-2AC5-A550-622D60692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D35E1-BBD4-AC88-F787-3F58337F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1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4AA8-EE32-8D3D-5D09-B7E17331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F5203B-7FC1-4434-44A2-1C061C654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D30E-7B14-8F4F-5650-BE0520F0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D8755-274C-F89F-04AB-B0B72641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9C430-C94D-C1A5-5A81-2EBCE4DE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7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16F84A-18A1-88D6-C08D-B5F6F804DF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88CB6-8AD5-D20E-8B63-8C82F1AD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01364-FF92-8FAA-A16B-247B8653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2E9E3-D360-D659-355D-98942FCC8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D179-C2C7-91E6-CF00-D25894E3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1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793F9F-2CD1-BCE6-B001-16B403CD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2A93D-393B-FE06-7B10-078F03C8D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7330D-2F63-C819-449A-8D53342CF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9188C-488C-48F6-90D9-5BDDBC07114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519C9-83D3-8D82-B219-F8482F2DD7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23A4B-E7AB-4680-3D87-A8F846CAD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BC2BF-25DB-4C26-B866-FFE16A4B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1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820575-4297-EA67-5D6B-58D857F1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21" y="409553"/>
            <a:ext cx="11191957" cy="60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9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6EE173-885A-DD5A-E5FE-5C6994B41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838"/>
            <a:ext cx="12192000" cy="465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7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D96C10-9938-3D51-4F22-B0BC9DAF7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161"/>
            <a:ext cx="12192000" cy="546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17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DBB172-0FC6-C3AD-C8AF-E598B45A4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2" y="371452"/>
            <a:ext cx="10210875" cy="611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6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8E891A-8E81-7265-E8AF-E039E0761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0930"/>
            <a:ext cx="12192000" cy="153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33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66BCCB-0FB2-AC82-F37B-1F64647E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5014"/>
            <a:ext cx="12192000" cy="534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23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3BF182-30BE-4266-6041-B749CF4B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299"/>
            <a:ext cx="12192000" cy="420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01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6F98BF-63DA-2286-52F2-B7B3263A4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126"/>
            <a:ext cx="12192000" cy="442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11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13DFE7-424D-AA27-929B-6D50487FB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5076"/>
            <a:ext cx="12192000" cy="208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308A3D-54D6-EFAF-8EFA-165C414C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128"/>
            <a:ext cx="12192000" cy="538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818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35A419-38CA-6C4B-86DD-63435A9C3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893" y="423840"/>
            <a:ext cx="8820214" cy="601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85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248E1B-D655-1090-5AED-E73DA582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0181"/>
            <a:ext cx="12192000" cy="175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51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Tan</dc:creator>
  <cp:lastModifiedBy>Joseph Tan</cp:lastModifiedBy>
  <cp:revision>1</cp:revision>
  <dcterms:created xsi:type="dcterms:W3CDTF">2026-02-27T21:09:03Z</dcterms:created>
  <dcterms:modified xsi:type="dcterms:W3CDTF">2026-02-27T21:17:01Z</dcterms:modified>
</cp:coreProperties>
</file>